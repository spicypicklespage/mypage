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319" r:id="rId4"/>
    <p:sldId id="325" r:id="rId5"/>
    <p:sldId id="334" r:id="rId6"/>
    <p:sldId id="352" r:id="rId7"/>
    <p:sldId id="361" r:id="rId8"/>
    <p:sldId id="367" r:id="rId9"/>
    <p:sldId id="396" r:id="rId10"/>
    <p:sldId id="371" r:id="rId11"/>
    <p:sldId id="373" r:id="rId12"/>
    <p:sldId id="397" r:id="rId13"/>
    <p:sldId id="398" r:id="rId14"/>
    <p:sldId id="378" r:id="rId15"/>
    <p:sldId id="399" r:id="rId16"/>
    <p:sldId id="39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9144000" cy="6854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0"/>
            <a:ext cx="9144000" cy="6832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0"/>
            <a:ext cx="9128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9144000" cy="6854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2026-09-19T09:37:02Z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F7FB2470A1584A20BC811D3636C96A2A_12</vt:lpwstr>
  </property>
</Properties>
</file>