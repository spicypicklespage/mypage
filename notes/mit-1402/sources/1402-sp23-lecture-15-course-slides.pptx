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9" r:id="rId4"/>
    <p:sldId id="261" r:id="rId5"/>
    <p:sldId id="278" r:id="rId6"/>
    <p:sldId id="303" r:id="rId7"/>
    <p:sldId id="324" r:id="rId8"/>
    <p:sldId id="330" r:id="rId9"/>
    <p:sldId id="337" r:id="rId10"/>
    <p:sldId id="342" r:id="rId11"/>
    <p:sldId id="408" r:id="rId12"/>
    <p:sldId id="353" r:id="rId13"/>
    <p:sldId id="363" r:id="rId14"/>
    <p:sldId id="383" r:id="rId15"/>
    <p:sldId id="386" r:id="rId16"/>
    <p:sldId id="393" r:id="rId17"/>
    <p:sldId id="405" r:id="rId18"/>
    <p:sldId id="399" r:id="rId19"/>
    <p:sldId id="407" r:id="rId20"/>
    <p:sldId id="406" r:id="rId21"/>
    <p:sldId id="40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9144000" cy="68522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" y="0"/>
            <a:ext cx="91027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5</cp:revision>
  <dcterms:created xsi:type="dcterms:W3CDTF">2013-01-27T09:14:00Z</dcterms:created>
  <dcterms:modified xsi:type="dcterms:W3CDTF">2026-09-19T09:30:07Z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47705B665AAB4CBA8E5F73C5CF4C7A6D_12</vt:lpwstr>
  </property>
</Properties>
</file>