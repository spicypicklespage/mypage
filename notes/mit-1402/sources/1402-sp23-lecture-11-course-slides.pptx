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3" r:id="rId4"/>
    <p:sldId id="265" r:id="rId5"/>
    <p:sldId id="271" r:id="rId6"/>
    <p:sldId id="282" r:id="rId7"/>
    <p:sldId id="286" r:id="rId8"/>
    <p:sldId id="292" r:id="rId9"/>
    <p:sldId id="307" r:id="rId10"/>
    <p:sldId id="309" r:id="rId11"/>
    <p:sldId id="315" r:id="rId12"/>
    <p:sldId id="328" r:id="rId13"/>
    <p:sldId id="332" r:id="rId14"/>
    <p:sldId id="347" r:id="rId15"/>
    <p:sldId id="362" r:id="rId16"/>
    <p:sldId id="388" r:id="rId17"/>
    <p:sldId id="39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2026-09-14T14:40:42Z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DCF878800C784B63904DA8D73270FA5C_12</vt:lpwstr>
  </property>
  <property fmtid="{D5CDD505-2E9C-101B-9397-08002B2CF9AE}" pid="3" name="KSOProductBuildVer">
    <vt:lpwstr>2052-12.1.0.28505</vt:lpwstr>
  </property>
</Properties>
</file>