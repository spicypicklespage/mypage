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3"/>
    <p:sldId id="276" r:id="rId4"/>
    <p:sldId id="282" r:id="rId5"/>
    <p:sldId id="287" r:id="rId6"/>
    <p:sldId id="288" r:id="rId7"/>
    <p:sldId id="296" r:id="rId8"/>
    <p:sldId id="300" r:id="rId9"/>
    <p:sldId id="307" r:id="rId10"/>
    <p:sldId id="312" r:id="rId11"/>
    <p:sldId id="318" r:id="rId12"/>
    <p:sldId id="348" r:id="rId13"/>
    <p:sldId id="365" r:id="rId14"/>
    <p:sldId id="370" r:id="rId15"/>
    <p:sldId id="378" r:id="rId16"/>
    <p:sldId id="382" r:id="rId17"/>
    <p:sldId id="405" r:id="rId18"/>
    <p:sldId id="39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0"/>
            <a:ext cx="91351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2026-09-07T14:02:15Z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9C2A324C095C4495A701D6F1115510D4_12</vt:lpwstr>
  </property>
  <property fmtid="{D5CDD505-2E9C-101B-9397-08002B2CF9AE}" pid="3" name="KSOProductBuildVer">
    <vt:lpwstr>2052-12.1.0.28505</vt:lpwstr>
  </property>
</Properties>
</file>