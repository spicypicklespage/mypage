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70" r:id="rId4"/>
    <p:sldId id="280" r:id="rId5"/>
    <p:sldId id="287" r:id="rId6"/>
    <p:sldId id="292" r:id="rId7"/>
    <p:sldId id="308" r:id="rId8"/>
    <p:sldId id="335" r:id="rId9"/>
    <p:sldId id="337" r:id="rId10"/>
    <p:sldId id="394" r:id="rId11"/>
    <p:sldId id="339" r:id="rId12"/>
    <p:sldId id="353" r:id="rId13"/>
    <p:sldId id="357" r:id="rId14"/>
    <p:sldId id="366" r:id="rId15"/>
    <p:sldId id="374" r:id="rId16"/>
    <p:sldId id="376" r:id="rId17"/>
    <p:sldId id="382" r:id="rId18"/>
    <p:sldId id="385" r:id="rId19"/>
    <p:sldId id="392" r:id="rId20"/>
    <p:sldId id="398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2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3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3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5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7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8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8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9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0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1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1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2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2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2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3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4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On-screen Show (4:3)</PresentationFormat>
  <Paragraphs>0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Malotru</cp:lastModifiedBy>
  <cp:revision>2</cp:revision>
  <dcterms:created xsi:type="dcterms:W3CDTF">2013-01-27T09:14:00Z</dcterms:created>
  <dcterms:modified xsi:type="dcterms:W3CDTF">2026-10-11T10:18:34Z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120D9F1C91BF440E81EB4295EB479DCF_12</vt:lpwstr>
  </property>
  <property fmtid="{D5CDD505-2E9C-101B-9397-08002B2CF9AE}" pid="3" name="KSOProductBuildVer">
    <vt:lpwstr>2052-12.1.0.28505</vt:lpwstr>
  </property>
</Properties>
</file>