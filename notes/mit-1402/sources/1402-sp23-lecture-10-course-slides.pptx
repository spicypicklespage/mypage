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61" r:id="rId5"/>
    <p:sldId id="263" r:id="rId6"/>
    <p:sldId id="268" r:id="rId7"/>
    <p:sldId id="270" r:id="rId8"/>
    <p:sldId id="272" r:id="rId9"/>
    <p:sldId id="274" r:id="rId10"/>
    <p:sldId id="278" r:id="rId11"/>
    <p:sldId id="282" r:id="rId12"/>
    <p:sldId id="284" r:id="rId13"/>
    <p:sldId id="288" r:id="rId14"/>
    <p:sldId id="290" r:id="rId15"/>
    <p:sldId id="295" r:id="rId16"/>
    <p:sldId id="297" r:id="rId17"/>
    <p:sldId id="303" r:id="rId18"/>
    <p:sldId id="307" r:id="rId19"/>
    <p:sldId id="314" r:id="rId20"/>
    <p:sldId id="325" r:id="rId21"/>
    <p:sldId id="328" r:id="rId22"/>
    <p:sldId id="331" r:id="rId23"/>
    <p:sldId id="336" r:id="rId24"/>
    <p:sldId id="338" r:id="rId25"/>
    <p:sldId id="345" r:id="rId26"/>
    <p:sldId id="351" r:id="rId27"/>
    <p:sldId id="360" r:id="rId28"/>
    <p:sldId id="368" r:id="rId29"/>
    <p:sldId id="371" r:id="rId30"/>
    <p:sldId id="373" r:id="rId31"/>
    <p:sldId id="378" r:id="rId32"/>
    <p:sldId id="384" r:id="rId33"/>
    <p:sldId id="40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5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2026-09-19T09:42:41Z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CEFCF09C70FD4E63BC115ACB5F3740B3_12</vt:lpwstr>
  </property>
  <property fmtid="{D5CDD505-2E9C-101B-9397-08002B2CF9AE}" pid="3" name="KSOProductBuildVer">
    <vt:lpwstr>2052-12.1.0.28505</vt:lpwstr>
  </property>
</Properties>
</file>