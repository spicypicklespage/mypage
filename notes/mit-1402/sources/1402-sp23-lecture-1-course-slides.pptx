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60" r:id="rId4"/>
    <p:sldId id="289" r:id="rId5"/>
    <p:sldId id="303" r:id="rId6"/>
    <p:sldId id="308" r:id="rId7"/>
    <p:sldId id="319" r:id="rId8"/>
    <p:sldId id="326" r:id="rId9"/>
    <p:sldId id="334" r:id="rId10"/>
    <p:sldId id="339" r:id="rId11"/>
    <p:sldId id="349" r:id="rId12"/>
    <p:sldId id="356" r:id="rId13"/>
    <p:sldId id="370" r:id="rId14"/>
    <p:sldId id="378" r:id="rId15"/>
    <p:sldId id="394" r:id="rId16"/>
    <p:sldId id="397" r:id="rId17"/>
    <p:sldId id="40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1F35450A908F420FA72328829E91019C_12</vt:lpwstr>
  </property>
  <property fmtid="{D5CDD505-2E9C-101B-9397-08002B2CF9AE}" pid="3" name="KSOProductBuildVer">
    <vt:lpwstr>2052-12.1.0.28505</vt:lpwstr>
  </property>
</Properties>
</file>