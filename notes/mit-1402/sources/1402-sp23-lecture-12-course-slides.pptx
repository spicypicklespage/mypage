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3"/>
    <p:sldId id="260" r:id="rId4"/>
    <p:sldId id="268" r:id="rId5"/>
    <p:sldId id="282" r:id="rId6"/>
    <p:sldId id="286" r:id="rId7"/>
    <p:sldId id="302" r:id="rId8"/>
    <p:sldId id="316" r:id="rId9"/>
    <p:sldId id="324" r:id="rId10"/>
    <p:sldId id="334" r:id="rId11"/>
    <p:sldId id="336" r:id="rId12"/>
    <p:sldId id="350" r:id="rId13"/>
    <p:sldId id="360" r:id="rId14"/>
    <p:sldId id="366" r:id="rId15"/>
    <p:sldId id="376" r:id="rId16"/>
    <p:sldId id="380" r:id="rId17"/>
    <p:sldId id="383" r:id="rId18"/>
    <p:sldId id="389" r:id="rId19"/>
    <p:sldId id="391" r:id="rId20"/>
    <p:sldId id="393" r:id="rId21"/>
    <p:sldId id="397" r:id="rId22"/>
    <p:sldId id="399" r:id="rId23"/>
    <p:sldId id="401" r:id="rId24"/>
    <p:sldId id="40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4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6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7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8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9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0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1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0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2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3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14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On-screen Show (4:3)</PresentationFormat>
  <Paragraphs>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Malotru</cp:lastModifiedBy>
  <cp:revision>2</cp:revision>
  <dcterms:created xsi:type="dcterms:W3CDTF">2013-01-27T09:14:00Z</dcterms:created>
  <dcterms:modified xsi:type="dcterms:W3CDTF">2026-09-14T14:42:25Z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26D40127A90E4EF5BCB2F83C77F51F04_12</vt:lpwstr>
  </property>
  <property fmtid="{D5CDD505-2E9C-101B-9397-08002B2CF9AE}" pid="3" name="KSOProductBuildVer">
    <vt:lpwstr>2052-12.1.0.28505</vt:lpwstr>
  </property>
</Properties>
</file>