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3" r:id="rId4"/>
    <p:sldId id="278" r:id="rId5"/>
    <p:sldId id="289" r:id="rId6"/>
    <p:sldId id="296" r:id="rId7"/>
    <p:sldId id="306" r:id="rId8"/>
    <p:sldId id="308" r:id="rId9"/>
    <p:sldId id="320" r:id="rId10"/>
    <p:sldId id="327" r:id="rId11"/>
    <p:sldId id="338" r:id="rId12"/>
    <p:sldId id="342" r:id="rId13"/>
    <p:sldId id="344" r:id="rId14"/>
    <p:sldId id="346" r:id="rId15"/>
    <p:sldId id="348" r:id="rId16"/>
    <p:sldId id="355" r:id="rId17"/>
    <p:sldId id="365" r:id="rId18"/>
    <p:sldId id="382" r:id="rId19"/>
    <p:sldId id="391" r:id="rId20"/>
    <p:sldId id="39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4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Malotru</cp:lastModifiedBy>
  <cp:revision>2</cp:revision>
  <dcterms:created xsi:type="dcterms:W3CDTF">2013-01-27T09:14:00Z</dcterms:created>
  <dcterms:modified xsi:type="dcterms:W3CDTF">2026-09-14T14:44:18Z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240C93702DC2498DB991474F73246D58_12</vt:lpwstr>
  </property>
  <property fmtid="{D5CDD505-2E9C-101B-9397-08002B2CF9AE}" pid="3" name="KSOProductBuildVer">
    <vt:lpwstr>2052-12.1.0.28505</vt:lpwstr>
  </property>
</Properties>
</file>