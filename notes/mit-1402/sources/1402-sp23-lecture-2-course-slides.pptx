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81" r:id="rId3"/>
    <p:sldId id="286" r:id="rId4"/>
    <p:sldId id="304" r:id="rId5"/>
    <p:sldId id="310" r:id="rId6"/>
    <p:sldId id="312" r:id="rId7"/>
    <p:sldId id="320" r:id="rId8"/>
    <p:sldId id="322" r:id="rId9"/>
    <p:sldId id="329" r:id="rId10"/>
    <p:sldId id="342" r:id="rId11"/>
    <p:sldId id="350" r:id="rId12"/>
    <p:sldId id="357" r:id="rId13"/>
    <p:sldId id="359" r:id="rId14"/>
    <p:sldId id="365" r:id="rId15"/>
    <p:sldId id="369" r:id="rId16"/>
    <p:sldId id="371" r:id="rId17"/>
    <p:sldId id="375" r:id="rId18"/>
    <p:sldId id="378" r:id="rId19"/>
    <p:sldId id="382" r:id="rId20"/>
    <p:sldId id="391" r:id="rId21"/>
    <p:sldId id="395" r:id="rId22"/>
    <p:sldId id="398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25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3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4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54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5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64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6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73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8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94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0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03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0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13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15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1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2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2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35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3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4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On-screen Show (4:3)</PresentationFormat>
  <Paragraphs>0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9" baseType="lpstr">
      <vt:lpstr>Arial</vt:lpstr>
      <vt:lpstr>宋体</vt:lpstr>
      <vt:lpstr>Wingdings</vt:lpstr>
      <vt:lpstr>Arial</vt:lpstr>
      <vt:lpstr>微软雅黑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Malotru</cp:lastModifiedBy>
  <cp:revision>2</cp:revision>
  <dcterms:created xsi:type="dcterms:W3CDTF">2013-01-27T09:14:00Z</dcterms:created>
  <dcterms:modified xsi:type="dcterms:W3CDTF">2026-09-06T09:28:04Z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B0DFC72C45434BABAD12C2833015FC0B_12</vt:lpwstr>
  </property>
  <property fmtid="{D5CDD505-2E9C-101B-9397-08002B2CF9AE}" pid="3" name="KSOProductBuildVer">
    <vt:lpwstr>2052-12.1.0.28505</vt:lpwstr>
  </property>
</Properties>
</file>