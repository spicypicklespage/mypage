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71" r:id="rId5"/>
    <p:sldId id="274" r:id="rId6"/>
    <p:sldId id="276" r:id="rId7"/>
    <p:sldId id="285" r:id="rId8"/>
    <p:sldId id="289" r:id="rId9"/>
    <p:sldId id="290" r:id="rId10"/>
    <p:sldId id="293" r:id="rId11"/>
    <p:sldId id="304" r:id="rId12"/>
    <p:sldId id="333" r:id="rId13"/>
    <p:sldId id="338" r:id="rId14"/>
    <p:sldId id="353" r:id="rId15"/>
    <p:sldId id="360" r:id="rId16"/>
    <p:sldId id="378" r:id="rId17"/>
    <p:sldId id="382" r:id="rId18"/>
    <p:sldId id="384" r:id="rId19"/>
    <p:sldId id="386" r:id="rId20"/>
    <p:sldId id="402" r:id="rId21"/>
    <p:sldId id="403" r:id="rId22"/>
    <p:sldId id="398" r:id="rId23"/>
    <p:sldId id="399" r:id="rId24"/>
    <p:sldId id="400" r:id="rId25"/>
    <p:sldId id="40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" y="0"/>
            <a:ext cx="9115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" y="0"/>
            <a:ext cx="9080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2026-10-11T10:22:35Z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EB67C83048C14A05A270F6B42DBC8D9E_12</vt:lpwstr>
  </property>
</Properties>
</file>