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9" r:id="rId3"/>
    <p:sldId id="265" r:id="rId4"/>
    <p:sldId id="271" r:id="rId5"/>
    <p:sldId id="279" r:id="rId6"/>
    <p:sldId id="285" r:id="rId7"/>
    <p:sldId id="295" r:id="rId8"/>
    <p:sldId id="305" r:id="rId9"/>
    <p:sldId id="307" r:id="rId10"/>
    <p:sldId id="322" r:id="rId11"/>
    <p:sldId id="337" r:id="rId12"/>
    <p:sldId id="343" r:id="rId13"/>
    <p:sldId id="364" r:id="rId14"/>
    <p:sldId id="372" r:id="rId15"/>
    <p:sldId id="37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2026-09-06T09:30:08Z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D7A82471358E4F7391E8042E4E038CCB_12</vt:lpwstr>
  </property>
  <property fmtid="{D5CDD505-2E9C-101B-9397-08002B2CF9AE}" pid="3" name="KSOProductBuildVer">
    <vt:lpwstr>2052-12.1.0.28505</vt:lpwstr>
  </property>
</Properties>
</file>