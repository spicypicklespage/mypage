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3" r:id="rId4"/>
    <p:sldId id="304" r:id="rId5"/>
    <p:sldId id="309" r:id="rId6"/>
    <p:sldId id="311" r:id="rId7"/>
    <p:sldId id="316" r:id="rId8"/>
    <p:sldId id="401" r:id="rId9"/>
    <p:sldId id="322" r:id="rId10"/>
    <p:sldId id="331" r:id="rId11"/>
    <p:sldId id="333" r:id="rId12"/>
    <p:sldId id="343" r:id="rId13"/>
    <p:sldId id="348" r:id="rId14"/>
    <p:sldId id="350" r:id="rId15"/>
    <p:sldId id="360" r:id="rId16"/>
    <p:sldId id="371" r:id="rId17"/>
    <p:sldId id="376" r:id="rId18"/>
    <p:sldId id="382" r:id="rId19"/>
    <p:sldId id="384" r:id="rId20"/>
    <p:sldId id="40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" y="0"/>
            <a:ext cx="91363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2026-10-11T11:45:48Z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DCCA6933535444CCBE7ED1EC6F6FD452_12</vt:lpwstr>
  </property>
  <property fmtid="{D5CDD505-2E9C-101B-9397-08002B2CF9AE}" pid="3" name="KSOProductBuildVer">
    <vt:lpwstr>2052-12.1.0.28505</vt:lpwstr>
  </property>
</Properties>
</file>