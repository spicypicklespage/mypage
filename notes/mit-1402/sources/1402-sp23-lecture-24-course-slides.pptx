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6" r:id="rId4"/>
    <p:sldId id="302" r:id="rId5"/>
    <p:sldId id="319" r:id="rId6"/>
    <p:sldId id="339" r:id="rId7"/>
    <p:sldId id="350" r:id="rId8"/>
    <p:sldId id="361" r:id="rId9"/>
    <p:sldId id="372" r:id="rId10"/>
    <p:sldId id="378" r:id="rId11"/>
    <p:sldId id="385" r:id="rId12"/>
    <p:sldId id="39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2026-10-11T12:18:53Z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0F1B09FE327E4F11A9ABAA141374C118_12</vt:lpwstr>
  </property>
  <property fmtid="{D5CDD505-2E9C-101B-9397-08002B2CF9AE}" pid="3" name="KSOProductBuildVer">
    <vt:lpwstr>2052-12.1.0.28505</vt:lpwstr>
  </property>
</Properties>
</file>