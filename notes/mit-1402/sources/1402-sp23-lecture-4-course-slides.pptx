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62" r:id="rId4"/>
    <p:sldId id="265" r:id="rId5"/>
    <p:sldId id="269" r:id="rId6"/>
    <p:sldId id="281" r:id="rId7"/>
    <p:sldId id="283" r:id="rId8"/>
    <p:sldId id="295" r:id="rId9"/>
    <p:sldId id="315" r:id="rId10"/>
    <p:sldId id="332" r:id="rId11"/>
    <p:sldId id="341" r:id="rId12"/>
    <p:sldId id="348" r:id="rId13"/>
    <p:sldId id="354" r:id="rId14"/>
    <p:sldId id="360" r:id="rId15"/>
    <p:sldId id="364" r:id="rId16"/>
    <p:sldId id="375" r:id="rId17"/>
    <p:sldId id="377" r:id="rId18"/>
    <p:sldId id="388" r:id="rId19"/>
    <p:sldId id="39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4E0C3B84552E46A28D6A502BBA043151_12</vt:lpwstr>
  </property>
  <property fmtid="{D5CDD505-2E9C-101B-9397-08002B2CF9AE}" pid="3" name="KSOProductBuildVer">
    <vt:lpwstr>2052-12.1.0.28505</vt:lpwstr>
  </property>
</Properties>
</file>