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2" r:id="rId4"/>
    <p:sldId id="268" r:id="rId5"/>
    <p:sldId id="270" r:id="rId6"/>
    <p:sldId id="278" r:id="rId7"/>
    <p:sldId id="291" r:id="rId8"/>
    <p:sldId id="336" r:id="rId9"/>
    <p:sldId id="348" r:id="rId10"/>
    <p:sldId id="359" r:id="rId11"/>
    <p:sldId id="362" r:id="rId12"/>
    <p:sldId id="370" r:id="rId13"/>
    <p:sldId id="372" r:id="rId14"/>
    <p:sldId id="393" r:id="rId15"/>
    <p:sldId id="39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3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8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1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3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3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Malotru</cp:lastModifiedBy>
  <cp:revision>2</cp:revision>
  <dcterms:created xsi:type="dcterms:W3CDTF">2013-01-27T09:14:00Z</dcterms:created>
  <dcterms:modified xsi:type="dcterms:W3CDTF">2026-10-11T10:58:01Z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C42C96A50810489FA60C5EACCFF8998B_12</vt:lpwstr>
  </property>
  <property fmtid="{D5CDD505-2E9C-101B-9397-08002B2CF9AE}" pid="3" name="KSOProductBuildVer">
    <vt:lpwstr>2052-12.1.0.28505</vt:lpwstr>
  </property>
</Properties>
</file>