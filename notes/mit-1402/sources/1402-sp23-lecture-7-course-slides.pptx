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2" r:id="rId4"/>
    <p:sldId id="276" r:id="rId5"/>
    <p:sldId id="289" r:id="rId6"/>
    <p:sldId id="301" r:id="rId7"/>
    <p:sldId id="306" r:id="rId8"/>
    <p:sldId id="310" r:id="rId9"/>
    <p:sldId id="320" r:id="rId10"/>
    <p:sldId id="324" r:id="rId11"/>
    <p:sldId id="333" r:id="rId12"/>
    <p:sldId id="337" r:id="rId13"/>
    <p:sldId id="344" r:id="rId14"/>
    <p:sldId id="348" r:id="rId15"/>
    <p:sldId id="350" r:id="rId16"/>
    <p:sldId id="352" r:id="rId17"/>
    <p:sldId id="354" r:id="rId18"/>
    <p:sldId id="356" r:id="rId19"/>
    <p:sldId id="358" r:id="rId20"/>
    <p:sldId id="393" r:id="rId21"/>
    <p:sldId id="361" r:id="rId22"/>
    <p:sldId id="380" r:id="rId23"/>
    <p:sldId id="38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2026-09-06T04:43:46Z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033F3BA806B2432E8C2BBA7C92B31C74_12</vt:lpwstr>
  </property>
  <property fmtid="{D5CDD505-2E9C-101B-9397-08002B2CF9AE}" pid="3" name="KSOProductBuildVer">
    <vt:lpwstr>2052-12.1.0.28505</vt:lpwstr>
  </property>
</Properties>
</file>