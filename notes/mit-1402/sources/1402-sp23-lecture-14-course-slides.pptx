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2" r:id="rId5"/>
    <p:sldId id="266" r:id="rId6"/>
    <p:sldId id="272" r:id="rId7"/>
    <p:sldId id="280" r:id="rId8"/>
    <p:sldId id="301" r:id="rId9"/>
    <p:sldId id="332" r:id="rId10"/>
    <p:sldId id="336" r:id="rId11"/>
    <p:sldId id="346" r:id="rId12"/>
    <p:sldId id="356" r:id="rId13"/>
    <p:sldId id="362" r:id="rId14"/>
    <p:sldId id="365" r:id="rId15"/>
    <p:sldId id="367" r:id="rId16"/>
    <p:sldId id="374" r:id="rId17"/>
    <p:sldId id="39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2026-09-19T09:17:35Z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48039F89DA7C48A7AD9EBE31433D2471_12</vt:lpwstr>
  </property>
  <property fmtid="{D5CDD505-2E9C-101B-9397-08002B2CF9AE}" pid="3" name="KSOProductBuildVer">
    <vt:lpwstr>2052-12.1.0.28505</vt:lpwstr>
  </property>
</Properties>
</file>