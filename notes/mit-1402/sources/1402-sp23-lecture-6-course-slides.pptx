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401" r:id="rId3"/>
    <p:sldId id="307" r:id="rId4"/>
    <p:sldId id="315" r:id="rId5"/>
    <p:sldId id="338" r:id="rId6"/>
    <p:sldId id="344" r:id="rId7"/>
    <p:sldId id="349" r:id="rId8"/>
    <p:sldId id="357" r:id="rId9"/>
    <p:sldId id="360" r:id="rId10"/>
    <p:sldId id="362" r:id="rId11"/>
    <p:sldId id="366" r:id="rId12"/>
    <p:sldId id="372" r:id="rId13"/>
    <p:sldId id="377" r:id="rId14"/>
    <p:sldId id="395" r:id="rId15"/>
    <p:sldId id="397" r:id="rId16"/>
    <p:sldId id="40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0"/>
            <a:ext cx="91281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913765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2026-09-06T09:38:10Z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65A08718B3A24CCE8F5C583B52A7FF2F_12</vt:lpwstr>
  </property>
</Properties>
</file>