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9" r:id="rId4"/>
    <p:sldId id="261" r:id="rId5"/>
    <p:sldId id="267" r:id="rId6"/>
    <p:sldId id="281" r:id="rId7"/>
    <p:sldId id="302" r:id="rId8"/>
    <p:sldId id="312" r:id="rId9"/>
    <p:sldId id="318" r:id="rId10"/>
    <p:sldId id="326" r:id="rId11"/>
    <p:sldId id="345" r:id="rId12"/>
    <p:sldId id="3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2026-09-07T13:58:42Z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061CB7912830419C817E8F5B52844B01_12</vt:lpwstr>
  </property>
  <property fmtid="{D5CDD505-2E9C-101B-9397-08002B2CF9AE}" pid="3" name="KSOProductBuildVer">
    <vt:lpwstr>2052-12.1.0.28505</vt:lpwstr>
  </property>
</Properties>
</file>