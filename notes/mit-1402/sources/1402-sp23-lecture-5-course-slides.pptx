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1" r:id="rId4"/>
    <p:sldId id="263" r:id="rId5"/>
    <p:sldId id="266" r:id="rId6"/>
    <p:sldId id="277" r:id="rId7"/>
    <p:sldId id="285" r:id="rId8"/>
    <p:sldId id="289" r:id="rId9"/>
    <p:sldId id="297" r:id="rId10"/>
    <p:sldId id="322" r:id="rId11"/>
    <p:sldId id="328" r:id="rId12"/>
    <p:sldId id="350" r:id="rId13"/>
    <p:sldId id="363" r:id="rId14"/>
    <p:sldId id="371" r:id="rId15"/>
    <p:sldId id="380" r:id="rId16"/>
    <p:sldId id="38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2026-09-06T09:34:06Z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CBB1DAE319F142C4B79579DD009CB292_12</vt:lpwstr>
  </property>
  <property fmtid="{D5CDD505-2E9C-101B-9397-08002B2CF9AE}" pid="3" name="KSOProductBuildVer">
    <vt:lpwstr>2052-12.1.0.28505</vt:lpwstr>
  </property>
</Properties>
</file>