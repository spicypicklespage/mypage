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8" r:id="rId4"/>
    <p:sldId id="263" r:id="rId5"/>
    <p:sldId id="285" r:id="rId6"/>
    <p:sldId id="291" r:id="rId7"/>
    <p:sldId id="295" r:id="rId8"/>
    <p:sldId id="312" r:id="rId9"/>
    <p:sldId id="322" r:id="rId10"/>
    <p:sldId id="349" r:id="rId11"/>
    <p:sldId id="352" r:id="rId12"/>
    <p:sldId id="356" r:id="rId13"/>
    <p:sldId id="372" r:id="rId14"/>
    <p:sldId id="380" r:id="rId15"/>
    <p:sldId id="394" r:id="rId16"/>
    <p:sldId id="403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2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3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3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5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6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9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9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1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2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4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On-screen Show (4:3)</PresentationFormat>
  <Paragraphs>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Malotru</cp:lastModifiedBy>
  <cp:revision>2</cp:revision>
  <dcterms:created xsi:type="dcterms:W3CDTF">2013-01-27T09:14:00Z</dcterms:created>
  <dcterms:modified xsi:type="dcterms:W3CDTF">2026-10-11T10:55:57Z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AA6789910B9B44DEB7A71022582026E7_12</vt:lpwstr>
  </property>
</Properties>
</file>